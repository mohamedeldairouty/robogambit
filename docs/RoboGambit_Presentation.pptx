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4572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206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ROBOGAMBIT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Moves.  Precision Play.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Chess Robot  •  Computer Vision  •  ROS 2  •  PySide6 GUI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Robotics Course  —  Final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16459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RoboGambit?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that plays chess on a real board.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watches the game. Computer vision detects your move. Stockfish thinks. A 5-DOF robotic arm physically picks up and places the piece — while a polished GUI mirrors everything in real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463040"/>
            <a:ext cx="4846320" cy="1280160"/>
          </a:xfrm>
          <a:prstGeom prst="rect">
            <a:avLst/>
          </a:prstGeom>
          <a:solidFill>
            <a:srgbClr val="101820"/>
          </a:solidFill>
          <a:ln w="12700">
            <a:solidFill>
              <a:srgbClr val="2F3B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6560" y="1463040"/>
            <a:ext cx="73152" cy="12801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7830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863840" y="2176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OpenCV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66560" y="2907792"/>
            <a:ext cx="4846320" cy="1280160"/>
          </a:xfrm>
          <a:prstGeom prst="rect">
            <a:avLst/>
          </a:prstGeom>
          <a:solidFill>
            <a:srgbClr val="101820"/>
          </a:solidFill>
          <a:ln w="12700">
            <a:solidFill>
              <a:srgbClr val="2F3B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66560" y="2907792"/>
            <a:ext cx="73152" cy="12801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227832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63840" y="3090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863840" y="36210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Stockfish AI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766560" y="4352544"/>
            <a:ext cx="4846320" cy="1280160"/>
          </a:xfrm>
          <a:prstGeom prst="rect">
            <a:avLst/>
          </a:prstGeom>
          <a:solidFill>
            <a:srgbClr val="101820"/>
          </a:solidFill>
          <a:ln w="12700">
            <a:solidFill>
              <a:srgbClr val="2F3B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66560" y="4352544"/>
            <a:ext cx="73152" cy="12801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672584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63840" y="45354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7863840" y="50657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Arm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16459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pipeline. Loosely coupled. ROS 2 between layers.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91540" y="1828800"/>
            <a:ext cx="1965960" cy="237744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1488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726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7260" y="3520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DroidCam / USB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2743200"/>
            <a:ext cx="164592" cy="548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994660" y="1828800"/>
            <a:ext cx="1965960" cy="237744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020" y="2148840"/>
            <a:ext cx="777240" cy="777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4038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+ Vision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040380" y="3520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PySide6 + OpenCV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2743200"/>
            <a:ext cx="164592" cy="54864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97780" y="1828800"/>
            <a:ext cx="1965960" cy="237744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140" y="2148840"/>
            <a:ext cx="777240" cy="7772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4350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5143500" y="3520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Stockfish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2743200"/>
            <a:ext cx="164592" cy="54864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200900" y="1828800"/>
            <a:ext cx="1965960" cy="237744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5260" y="2148840"/>
            <a:ext cx="777240" cy="7772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24662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Nodes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7246620" y="3520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+ Serial</a:t>
            </a:r>
            <a:endParaRPr lang="en-US" sz="11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6860" y="2743200"/>
            <a:ext cx="164592" cy="54864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304020" y="1828800"/>
            <a:ext cx="1965960" cy="237744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98380" y="2148840"/>
            <a:ext cx="777240" cy="77724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34974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Arm</a:t>
            </a:r>
            <a:endParaRPr lang="en-US" sz="1600" dirty="0"/>
          </a:p>
        </p:txBody>
      </p:sp>
      <p:sp>
        <p:nvSpPr>
          <p:cNvPr id="28" name="Text 17"/>
          <p:cNvSpPr/>
          <p:nvPr/>
        </p:nvSpPr>
        <p:spPr>
          <a:xfrm>
            <a:off x="9349740" y="3520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+ 5 Servos</a:t>
            </a:r>
            <a:endParaRPr lang="en-US" sz="1100" dirty="0"/>
          </a:p>
        </p:txBody>
      </p:sp>
      <p:sp>
        <p:nvSpPr>
          <p:cNvPr id="29" name="Text 18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 via ROS 2 topics:  /robogambit/move    →    /nano_serial</a:t>
            </a:r>
            <a:endParaRPr lang="en-US" sz="1400" dirty="0"/>
          </a:p>
        </p:txBody>
      </p:sp>
      <p:sp>
        <p:nvSpPr>
          <p:cNvPr id="30" name="Text 19"/>
          <p:cNvSpPr/>
          <p:nvPr/>
        </p:nvSpPr>
        <p:spPr>
          <a:xfrm>
            <a:off x="914400" y="5212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Each layer can be swapped or tested independently</a:t>
            </a:r>
            <a:endParaRPr lang="en-US" sz="1300" dirty="0"/>
          </a:p>
        </p:txBody>
      </p:sp>
      <p:sp>
        <p:nvSpPr>
          <p:cNvPr id="31" name="Text 20"/>
          <p:cNvSpPr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Standard ROS topics — easy to extend with feedback loops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914400" y="59436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Same GUI works in fake-mode (no hardware) or real-mode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16459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—  Detecting Moves on a Real Board</a:t>
            </a:r>
            <a:endParaRPr lang="en-US" sz="2800" dirty="0"/>
          </a:p>
        </p:txBody>
      </p:sp>
      <p:pic>
        <p:nvPicPr>
          <p:cNvPr id="4" name="Image 0" descr="boar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166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64-square pixel calibration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663440" y="1280160"/>
            <a:ext cx="3566160" cy="1828800"/>
          </a:xfrm>
          <a:prstGeom prst="rect">
            <a:avLst/>
          </a:prstGeom>
          <a:solidFill>
            <a:srgbClr val="101820"/>
          </a:solidFill>
          <a:ln w="12700">
            <a:solidFill>
              <a:srgbClr val="2F3B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663440" y="1280160"/>
            <a:ext cx="73152" cy="18288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5087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Calibration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92040" y="21031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4 corners → maps every chess square to a pixel polygon (sqdict.json).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366760" y="1280160"/>
            <a:ext cx="3566160" cy="1828800"/>
          </a:xfrm>
          <a:prstGeom prst="rect">
            <a:avLst/>
          </a:prstGeom>
          <a:solidFill>
            <a:srgbClr val="101820"/>
          </a:solidFill>
          <a:ln w="12700">
            <a:solidFill>
              <a:srgbClr val="2F3B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366760" y="1280160"/>
            <a:ext cx="73152" cy="18288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5087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8972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Differencing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595360" y="21031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before/after frames → finds the 2 changed squares = your move.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663440" y="3246120"/>
            <a:ext cx="3566160" cy="1828800"/>
          </a:xfrm>
          <a:prstGeom prst="rect">
            <a:avLst/>
          </a:prstGeom>
          <a:solidFill>
            <a:srgbClr val="101820"/>
          </a:solidFill>
          <a:ln w="12700">
            <a:solidFill>
              <a:srgbClr val="2F3B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663440" y="3246120"/>
            <a:ext cx="73152" cy="18288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7472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Mode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92040" y="40690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Motion-then-stillness state machine: just play, no buttons to click.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366760" y="3246120"/>
            <a:ext cx="3566160" cy="1828800"/>
          </a:xfrm>
          <a:prstGeom prst="rect">
            <a:avLst/>
          </a:prstGeom>
          <a:solidFill>
            <a:srgbClr val="101820"/>
          </a:solidFill>
          <a:ln w="12700">
            <a:solidFill>
              <a:srgbClr val="2F3B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366760" y="3246120"/>
            <a:ext cx="73152" cy="182880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347472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189720" y="3429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595360" y="40690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 embedded in the GUI — see exactly what the system sees.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16459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 &amp;  Game Modes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029200" cy="493776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Stockfish Engine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chess engine integrated via python-chess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difficulty levels: Easy / Medium / Hard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levels mapped to Stockfish skill setting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move hints — toggleable per player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chess rule support: captures, castling, en passant, promotion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legality validation — invalid moves are gracefully rejected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0" y="1280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Game Modes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943600" y="1828800"/>
            <a:ext cx="2788920" cy="2194560"/>
          </a:xfrm>
          <a:prstGeom prst="rect">
            <a:avLst/>
          </a:prstGeom>
          <a:solidFill>
            <a:srgbClr val="101820"/>
          </a:solidFill>
          <a:ln w="12700">
            <a:solidFill>
              <a:srgbClr val="2F3B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020" y="214884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35040" y="2926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vs AI (Robot)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03504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board, real arm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915400" y="1828800"/>
            <a:ext cx="2788920" cy="2194560"/>
          </a:xfrm>
          <a:prstGeom prst="rect">
            <a:avLst/>
          </a:prstGeom>
          <a:solidFill>
            <a:srgbClr val="101820"/>
          </a:solidFill>
          <a:ln w="12700">
            <a:solidFill>
              <a:srgbClr val="2F3B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214884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06840" y="2926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vs AI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00684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vs Stockfish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943600" y="4206240"/>
            <a:ext cx="2788920" cy="2194560"/>
          </a:xfrm>
          <a:prstGeom prst="rect">
            <a:avLst/>
          </a:prstGeom>
          <a:solidFill>
            <a:srgbClr val="101820"/>
          </a:solidFill>
          <a:ln w="12700">
            <a:solidFill>
              <a:srgbClr val="2F3B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452628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35040" y="5303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vs Player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035040" y="5806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humans + hints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8915400" y="4206240"/>
            <a:ext cx="2788920" cy="2194560"/>
          </a:xfrm>
          <a:prstGeom prst="rect">
            <a:avLst/>
          </a:prstGeom>
          <a:solidFill>
            <a:srgbClr val="101820"/>
          </a:solidFill>
          <a:ln w="12700">
            <a:solidFill>
              <a:srgbClr val="2F3B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820" y="4526280"/>
            <a:ext cx="640080" cy="6400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06840" y="53035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AI Demo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9006840" y="5806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Stockfish self-play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16459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Showcase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PySide6 — dark theme, fullscreen, and live camera feed.</a:t>
            </a:r>
            <a:endParaRPr lang="en-US" sz="1400" dirty="0"/>
          </a:p>
        </p:txBody>
      </p:sp>
      <p:pic>
        <p:nvPicPr>
          <p:cNvPr id="5" name="Image 0" descr="menu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53212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709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50292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Game-mode selection with branded logo</a:t>
            </a:r>
            <a:endParaRPr lang="en-US" sz="1100" dirty="0"/>
          </a:p>
        </p:txBody>
      </p:sp>
      <p:pic>
        <p:nvPicPr>
          <p:cNvPr id="8" name="Image 1" descr="ingam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32120" cy="3108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640" y="4709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In-Game View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263640" y="50292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+ live camera + history + robot status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5623560"/>
            <a:ext cx="2194560" cy="457200"/>
          </a:xfrm>
          <a:prstGeom prst="rect">
            <a:avLst/>
          </a:prstGeom>
          <a:solidFill>
            <a:srgbClr val="10182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5623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Capture highlighting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651760" y="5623560"/>
            <a:ext cx="2194560" cy="457200"/>
          </a:xfrm>
          <a:prstGeom prst="rect">
            <a:avLst/>
          </a:prstGeom>
          <a:solidFill>
            <a:srgbClr val="10182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697480" y="5623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Move history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83480" y="5623560"/>
            <a:ext cx="2194560" cy="457200"/>
          </a:xfrm>
          <a:prstGeom prst="rect">
            <a:avLst/>
          </a:prstGeom>
          <a:solidFill>
            <a:srgbClr val="10182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0" y="5623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Scoreboard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315200" y="5623560"/>
            <a:ext cx="2194560" cy="457200"/>
          </a:xfrm>
          <a:prstGeom prst="rect">
            <a:avLst/>
          </a:prstGeom>
          <a:solidFill>
            <a:srgbClr val="10182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60920" y="5623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Per-player hints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9646920" y="5623560"/>
            <a:ext cx="2194560" cy="457200"/>
          </a:xfrm>
          <a:prstGeom prst="rect">
            <a:avLst/>
          </a:prstGeom>
          <a:solidFill>
            <a:srgbClr val="10182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92640" y="5623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Fullscreen mode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16459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 &amp;  Arduino Firmware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  —  5 DOF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servos: base, shoulder, elbow, wrist, gripper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controller (9600 baud serial)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5V supply for servo power rail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interpolated movement with per-servo limits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Single-command protocol: e.g. "S1 165\n" sets servo 1 to 165°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off-board zones for captured pieces (left / right)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1280160"/>
            <a:ext cx="5212080" cy="493776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pic>
        <p:nvPicPr>
          <p:cNvPr id="9" name="Image 1" descr="robot_arm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463040"/>
            <a:ext cx="2926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16459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Control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chess move to servo angles — three nodes, two topics, one robot.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698480" cy="105156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0136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6642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Publisher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057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UCI move strings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  →  robot/ros_robot.py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5989320" y="2560320"/>
            <a:ext cx="18288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/robogambit/move    →    "e2e4"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3108960"/>
            <a:ext cx="10698480" cy="105156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68680" y="335584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3355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54480" y="32186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Translator Node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554480" y="3611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square → servo commands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89520" y="3429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Calibrated lookup table per square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989320" y="4114800"/>
            <a:ext cx="18288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8368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/nano_serial    →    "S2 140"  ·  "S1 180"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31520" y="4663440"/>
            <a:ext cx="10698480" cy="105156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68680" y="4910328"/>
            <a:ext cx="548640" cy="548640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8680" y="4910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1554480" y="4773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Bridge Node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1554480" y="5166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commands to Arduino over USB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589520" y="4983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Auto-detects Arduino by VID/PID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4592" cy="164592"/>
          </a:xfrm>
          <a:prstGeom prst="ellipse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Robotics Course  —  Final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5029200" cy="219456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45920"/>
            <a:ext cx="109728" cy="21945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103120"/>
            <a:ext cx="1280160" cy="1280160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A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274320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Eldairouty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221001719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• Vision • AI Integration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029200" cy="219456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645920"/>
            <a:ext cx="109728" cy="21945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103120"/>
            <a:ext cx="1280160" cy="1280160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A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221000928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• Calibration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114800"/>
            <a:ext cx="5029200" cy="219456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114800"/>
            <a:ext cx="109728" cy="21945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4572000"/>
            <a:ext cx="1280160" cy="1280160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AA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4572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2743200" y="4572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Ziad Magdi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74320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221010033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0" y="5440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Design • Game Logic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114800"/>
            <a:ext cx="5029200" cy="2194560"/>
          </a:xfrm>
          <a:prstGeom prst="rect">
            <a:avLst/>
          </a:prstGeom>
          <a:solidFill>
            <a:srgbClr val="101820"/>
          </a:solidFill>
          <a:ln w="19050">
            <a:solidFill>
              <a:srgbClr val="FF8C0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4114800"/>
            <a:ext cx="109728" cy="21945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4572000"/>
            <a:ext cx="1280160" cy="1280160"/>
          </a:xfrm>
          <a:prstGeom prst="ellipse">
            <a:avLst/>
          </a:prstGeom>
          <a:solidFill>
            <a:srgbClr val="FF8C00"/>
          </a:solidFill>
          <a:ln w="25400">
            <a:solidFill>
              <a:srgbClr val="FFAA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572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5600" dirty="0"/>
          </a:p>
        </p:txBody>
      </p:sp>
      <p:sp>
        <p:nvSpPr>
          <p:cNvPr id="30" name="Text 28"/>
          <p:cNvSpPr/>
          <p:nvPr/>
        </p:nvSpPr>
        <p:spPr>
          <a:xfrm>
            <a:off x="8046720" y="4572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Ossama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46720" y="5074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F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221003216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46720" y="5440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• ROS 2 • Firmware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1200" kern="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SEE.   THINK.   MOVE.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coming up next.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  RoboGambit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github.com/MohamedEldairouty/RoboGambit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RoboGambit — AI Chess Robot</dc:title>
  <dc:subject>PptxGenJS Presentation</dc:subject>
  <dc:creator>RoboGambit Team</dc:creator>
  <cp:lastModifiedBy>RoboGambit Team</cp:lastModifiedBy>
  <cp:revision>1</cp:revision>
  <dcterms:created xsi:type="dcterms:W3CDTF">2026-05-16T23:27:22Z</dcterms:created>
  <dcterms:modified xsi:type="dcterms:W3CDTF">2026-05-16T23:27:22Z</dcterms:modified>
</cp:coreProperties>
</file>